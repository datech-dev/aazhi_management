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ACC15"/>
                </a:solidFill>
                <a:latin typeface="Georgia"/>
              </a:defRPr>
            </a:pPr>
            <a:r>
              <a:t>🪡 Run Your Dream Boutique Without the Everyday Chaos!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Meet Aazhi Designer Studio — The Simple, Smart Digital Assistant for Fashion Designers &amp; Tailoring Studios</a:t>
            </a:r>
          </a:p>
          <a:p>
            <a:pPr>
              <a:defRPr sz="1600">
                <a:solidFill>
                  <a:srgbClr val="CBD5E1"/>
                </a:solidFill>
                <a:latin typeface="Calibri"/>
              </a:defRPr>
            </a:pPr>
            <a:r>
              <a:t>Organize customer inquiries, store fitting measurements digitally, track orders live, and get paid 100% on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✨ Designed Specially for Boutique Owners, Custom Tailors &amp; Indian Fashion Designers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No technical skills needed • Works on Mobile &amp; PC • Instant Setup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Does This Sound Like a Typical Day in Your Boutique?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PROBLEM #1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📱 Flooded Social DMs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Customer Inquiries Everywhere: </a:t>
            </a:r>
            <a:r>
              <a:rPr>
                <a:solidFill>
                  <a:srgbClr val="CBD5E1"/>
                </a:solidFill>
              </a:rPr>
              <a:t>Messages piling up on Instagram DMs and WhatsApp.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Forgotten Replies: </a:t>
            </a:r>
            <a:r>
              <a:rPr>
                <a:solidFill>
                  <a:srgbClr val="CBD5E1"/>
                </a:solidFill>
              </a:rPr>
              <a:t>Forgetting who asked for a blouse quote or saree price.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Lost Potential Sales: </a:t>
            </a:r>
            <a:r>
              <a:rPr>
                <a:solidFill>
                  <a:srgbClr val="CBD5E1"/>
                </a:solidFill>
              </a:rPr>
              <a:t>Customers buy elsewhere because you replied too 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PROBLEM #2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📓 Paper Notebook Chaos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Misplaced Measurements: </a:t>
            </a:r>
            <a:r>
              <a:rPr>
                <a:solidFill>
                  <a:srgbClr val="CBD5E1"/>
                </a:solidFill>
              </a:rPr>
              <a:t>Can't find the notebook where a client's measurements were written.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Fitting Complaints: </a:t>
            </a:r>
            <a:r>
              <a:rPr>
                <a:solidFill>
                  <a:srgbClr val="CBD5E1"/>
                </a:solidFill>
              </a:rPr>
              <a:t>Garments stitched with old measurements causing expensive re-stitches.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Illegible Handwriting: </a:t>
            </a:r>
            <a:r>
              <a:rPr>
                <a:solidFill>
                  <a:srgbClr val="CBD5E1"/>
                </a:solidFill>
              </a:rPr>
              <a:t>Tailors misreading numbers and ruining costly designer fabric.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PROBLEM #3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💸 Constant Calls &amp; Lost Money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Continuous Interruptions: </a:t>
            </a:r>
            <a:r>
              <a:rPr>
                <a:solidFill>
                  <a:srgbClr val="CBD5E1"/>
                </a:solidFill>
              </a:rPr>
              <a:t>Clients calling 5 times a day: 'Is my blouse ready?'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Uncollected Balances: </a:t>
            </a:r>
            <a:r>
              <a:rPr>
                <a:solidFill>
                  <a:srgbClr val="CBD5E1"/>
                </a:solidFill>
              </a:rPr>
              <a:t>Delivering outfits before receiving the full 50% balance.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Stress &amp; Overwork: </a:t>
            </a:r>
            <a:r>
              <a:rPr>
                <a:solidFill>
                  <a:srgbClr val="CBD5E1"/>
                </a:solidFill>
              </a:rPr>
              <a:t>Spending evenings updating records instead of designing.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What is Aazhi? Think of it as Your Smart Studio Assistant!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NO TECHNICAL JARGON NEEDED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💡 Simple &amp; Friendly Explanation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Your Digital Manager: </a:t>
            </a:r>
            <a:r>
              <a:rPr>
                <a:solidFill>
                  <a:srgbClr val="CBD5E1"/>
                </a:solidFill>
              </a:rPr>
              <a:t>Aazhi is a super-simple tool on your phone/laptop that manages your boutique's daily work.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Zero Computer Knowledge Needed: </a:t>
            </a:r>
            <a:r>
              <a:rPr>
                <a:solidFill>
                  <a:srgbClr val="CBD5E1"/>
                </a:solidFill>
              </a:rPr>
              <a:t>If you know how to use WhatsApp, you can easily use Aazhi!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One Central Place: </a:t>
            </a:r>
            <a:r>
              <a:rPr>
                <a:solidFill>
                  <a:srgbClr val="CBD5E1"/>
                </a:solidFill>
              </a:rPr>
              <a:t>Brings your customer chats, measurements, tailoring progress, and bills together.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Focus on Your Passion: </a:t>
            </a:r>
            <a:r>
              <a:rPr>
                <a:solidFill>
                  <a:srgbClr val="CBD5E1"/>
                </a:solidFill>
              </a:rPr>
              <a:t>Lets you focus on designing stunning outfits while Aazhi handles the paperwork.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📥 1. Centralizes All Customer Chats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Organizes WhatsApp &amp; Instagram DMs in one simple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2422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834639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📏 2. Saves Measurements Safely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Digital fitting cards for Blouses, Kurtis, Sarees &amp; Lehengas.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422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🪡 3. Tracks Tailoring Live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Know exact status: Cutting ✂️, Stitching 🪡, or Ready 🚚.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74920"/>
            <a:ext cx="52422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💰 4. Ensures 100% Payment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Calculates advance deposits &amp; balance due automatically in 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1: Never Miss an Instagram or WhatsApp Sale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CAPTURE EVERY CUSTOMER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📥 All Inquiries in One Inbox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WhatsApp &amp; Instagram Combined: </a:t>
            </a:r>
            <a:r>
              <a:rPr>
                <a:solidFill>
                  <a:srgbClr val="CBD5E1"/>
                </a:solidFill>
              </a:rPr>
              <a:t>No need to switch between apps — view all customer messages in one screen.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1-Click Customer Booking: </a:t>
            </a:r>
            <a:r>
              <a:rPr>
                <a:solidFill>
                  <a:srgbClr val="CBD5E1"/>
                </a:solidFill>
              </a:rPr>
              <a:t>Convert a double-tap Instagram inquiry into a confirmed order immediately.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Team Sharing: </a:t>
            </a:r>
            <a:r>
              <a:rPr>
                <a:solidFill>
                  <a:srgbClr val="CBD5E1"/>
                </a:solidFill>
              </a:rPr>
              <a:t>Assign inquiries to your sales staff so every customer gets a quick response.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Photo &amp; Inspiration Saver: </a:t>
            </a:r>
            <a:r>
              <a:rPr>
                <a:solidFill>
                  <a:srgbClr val="CBD5E1"/>
                </a:solidFill>
              </a:rPr>
              <a:t>Store client reference photos, design sketches, and fabric images right inside their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BUSINESS GROWTH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✨ How This Helps Your Business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10x Faster Replies: </a:t>
            </a:r>
            <a:r>
              <a:rPr>
                <a:solidFill>
                  <a:srgbClr val="CBD5E1"/>
                </a:solidFill>
              </a:rPr>
              <a:t>Reply to price questions instantly before potential clients move to another designer.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Professional Image: </a:t>
            </a:r>
            <a:r>
              <a:rPr>
                <a:solidFill>
                  <a:srgbClr val="CBD5E1"/>
                </a:solidFill>
              </a:rPr>
              <a:t>Impress luxury bridal clients with fast, organized, professional responses.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No Lost Contacts: </a:t>
            </a:r>
            <a:r>
              <a:rPr>
                <a:solidFill>
                  <a:srgbClr val="CBD5E1"/>
                </a:solidFill>
              </a:rPr>
              <a:t>Even if a client contacts you 6 months later, their chat history &amp; preferences are saved.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Higher Sales Conversion: </a:t>
            </a:r>
            <a:r>
              <a:rPr>
                <a:solidFill>
                  <a:srgbClr val="CBD5E1"/>
                </a:solidFill>
              </a:rPr>
              <a:t>Turn 40% more social inquiries into paying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2: Digital Measurement Cards (Say Goodbye to Notebooks!)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ZERO-ERROR TAILORING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📐 Perfect Fitting Profiles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Garment-Specific Forms: </a:t>
            </a:r>
            <a:r>
              <a:rPr>
                <a:solidFill>
                  <a:srgbClr val="CBD5E1"/>
                </a:solidFill>
              </a:rPr>
              <a:t>Pre-built measurement cards for Blouses, Kurtis, Sarees, Lehengas, Suits, and Gowns.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Inches &amp; Centimeters: </a:t>
            </a:r>
            <a:r>
              <a:rPr>
                <a:solidFill>
                  <a:srgbClr val="CBD5E1"/>
                </a:solidFill>
              </a:rPr>
              <a:t>Easily record Bust, Waist, Hips, Shoulder, Armhole, Sleeve, and Neck Depths.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Design Style Notes: </a:t>
            </a:r>
            <a:r>
              <a:rPr>
                <a:solidFill>
                  <a:srgbClr val="CBD5E1"/>
                </a:solidFill>
              </a:rPr>
              <a:t>Note down neck styles (Sweetheart, Boat neck, Deep back, Potli buttons) and lining preferences.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Always Available: </a:t>
            </a:r>
            <a:r>
              <a:rPr>
                <a:solidFill>
                  <a:srgbClr val="CBD5E1"/>
                </a:solidFill>
              </a:rPr>
              <a:t>Access measurements instantly from your mobile phone anytime, anywhere.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PEACE OF MIND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🛡️ Why Boutique Owners Love This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Historical Memory: </a:t>
            </a:r>
            <a:r>
              <a:rPr>
                <a:solidFill>
                  <a:srgbClr val="CBD5E1"/>
                </a:solidFill>
              </a:rPr>
              <a:t>When a repeat client comes back after a year, their previous measurements are right there!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Clear Tailor Printouts: </a:t>
            </a:r>
            <a:r>
              <a:rPr>
                <a:solidFill>
                  <a:srgbClr val="CBD5E1"/>
                </a:solidFill>
              </a:rPr>
              <a:t>Give clean, typed measurement sheets to master tailors — no more handwriting confusion.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Order-Specific Locking: </a:t>
            </a:r>
            <a:r>
              <a:rPr>
                <a:solidFill>
                  <a:srgbClr val="CBD5E1"/>
                </a:solidFill>
              </a:rPr>
              <a:t>Past order measurements stay locked so changes for a new garment won't alter old records.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95% Fewer Re-Stitches: </a:t>
            </a:r>
            <a:r>
              <a:rPr>
                <a:solidFill>
                  <a:srgbClr val="CBD5E1"/>
                </a:solidFill>
              </a:rPr>
              <a:t>Drastically reduce fitting complaints and alterations.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3: Live Garment Tracker (From Fabric to Delivery)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ACC15"/>
                </a:solidFill>
              </a:defRPr>
            </a:pPr>
            <a:r>
              <a:t>1. Cutting ✂️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Master cutter inspects fabric, cuts patterns &amp; updates status.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Assigns Master Cutter</a:t>
            </a:r>
            <a:br/>
            <a:r>
              <a:t>• Pattern sheet printed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2011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ACC15"/>
                </a:solidFill>
              </a:defRPr>
            </a:pPr>
            <a:r>
              <a:t>2. Stitching 🪡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Assigned tailor stitches garment, attaches padding &amp; lining.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Tailor task list</a:t>
            </a:r>
            <a:br/>
            <a:r>
              <a:t>• Equal work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ACC15"/>
                </a:solidFill>
              </a:defRPr>
            </a:pPr>
            <a:r>
              <a:t>3. Finishing 🧺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Hemming, potli buttons, ironing &amp; professional steam press.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Trims &amp; lining check</a:t>
            </a:r>
            <a:br/>
            <a:r>
              <a:t>• Steam press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20116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ACC15"/>
                </a:solidFill>
              </a:defRPr>
            </a:pPr>
            <a:r>
              <a:t>4. Quality Check ✔️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Verifying measurement profile &amp; neck depth before packing.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Fit verification</a:t>
            </a:r>
            <a:br/>
            <a:r>
              <a:t>• Pass / Alteration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2011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ACC15"/>
                </a:solidFill>
              </a:defRPr>
            </a:pPr>
            <a:r>
              <a:t>5. Ready &amp; Delivery 🚚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Garment packaged, balance collected, ready for client pickup.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Auto WhatsApp alert</a:t>
            </a:r>
            <a:br/>
            <a:r>
              <a:t>• Money collected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4: Automatic WhatsApp Updates to Delighted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HANDS-FREE CUSTOMER CARE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💬 Automatic Updates Sent for You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Order Confirmation: </a:t>
            </a:r>
            <a:r>
              <a:rPr>
                <a:solidFill>
                  <a:srgbClr val="CBD5E1"/>
                </a:solidFill>
              </a:rPr>
              <a:t>Instantly messages the client when their order is placed with promised delivery date.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Payment Receipt: </a:t>
            </a:r>
            <a:r>
              <a:rPr>
                <a:solidFill>
                  <a:srgbClr val="CBD5E1"/>
                </a:solidFill>
              </a:rPr>
              <a:t>Sends a neat digital receipt showing advance paid and remaining balance in ₹.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Ready for Pickup Alert: </a:t>
            </a:r>
            <a:r>
              <a:rPr>
                <a:solidFill>
                  <a:srgbClr val="CBD5E1"/>
                </a:solidFill>
              </a:rPr>
              <a:t>Notifies client the second their outfit passes Quality Check!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Zero Manual Typing: </a:t>
            </a:r>
            <a:r>
              <a:rPr>
                <a:solidFill>
                  <a:srgbClr val="CBD5E1"/>
                </a:solidFill>
              </a:rPr>
              <a:t>Aazhi automatically inserts customer name &amp; order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BRAND &amp; TRUST BUILDING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❤️ Why Clients Love Your Studio More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No Calling Required: </a:t>
            </a:r>
            <a:r>
              <a:rPr>
                <a:solidFill>
                  <a:srgbClr val="CBD5E1"/>
                </a:solidFill>
              </a:rPr>
              <a:t>Clients don't need to call you 5 times asking for status updates.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Luxury Studio Feel: </a:t>
            </a:r>
            <a:r>
              <a:rPr>
                <a:solidFill>
                  <a:srgbClr val="CBD5E1"/>
                </a:solidFill>
              </a:rPr>
              <a:t>Automated WhatsApp messages make your boutique look like a top-tier luxury brand.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Clear Delivery Expectations: </a:t>
            </a:r>
            <a:r>
              <a:rPr>
                <a:solidFill>
                  <a:srgbClr val="CBD5E1"/>
                </a:solidFill>
              </a:rPr>
              <a:t>Prevents last-minute panic before weddings or festival events.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More Word-of-Mouth Referrals: </a:t>
            </a:r>
            <a:r>
              <a:rPr>
                <a:solidFill>
                  <a:srgbClr val="CBD5E1"/>
                </a:solidFill>
              </a:rPr>
              <a:t>Delighted clients recommend your studio to friends &amp; family!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5: 100% Payment Recovery &amp; Income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PROTECT YOUR HARD-EARNED PROFIT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💰 Simple Financial Management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Rupee (₹) Precision Math: </a:t>
            </a:r>
            <a:r>
              <a:rPr>
                <a:solidFill>
                  <a:srgbClr val="CBD5E1"/>
                </a:solidFill>
              </a:rPr>
              <a:t>Calculates item total, discounts, GST tax, advance paid, and balance due automatically.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Mandatory Advance Deposit: </a:t>
            </a:r>
            <a:r>
              <a:rPr>
                <a:solidFill>
                  <a:srgbClr val="CBD5E1"/>
                </a:solidFill>
              </a:rPr>
              <a:t>Enforces taking a 50% advance before cutting fabric.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Balance Delivery Alert: </a:t>
            </a:r>
            <a:r>
              <a:rPr>
                <a:solidFill>
                  <a:srgbClr val="CBD5E1"/>
                </a:solidFill>
              </a:rPr>
              <a:t>Warns staff if an outfit is being handed over with an unpaid balance.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All Payment Modes: </a:t>
            </a:r>
            <a:r>
              <a:rPr>
                <a:solidFill>
                  <a:srgbClr val="CBD5E1"/>
                </a:solidFill>
              </a:rPr>
              <a:t>Records Cash, GPay / PhonePe / UPI, Card, and Bank Transfers.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FINANCIAL CLARITY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📊 Easy Daily Financial Summary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Daily Income Snapshot: </a:t>
            </a:r>
            <a:r>
              <a:rPr>
                <a:solidFill>
                  <a:srgbClr val="CBD5E1"/>
                </a:solidFill>
              </a:rPr>
              <a:t>See total cash &amp; UPI collected today with one tap.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Pending Balances List: </a:t>
            </a:r>
            <a:r>
              <a:rPr>
                <a:solidFill>
                  <a:srgbClr val="CBD5E1"/>
                </a:solidFill>
              </a:rPr>
              <a:t>View all pending customer balances in one clear list.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GST Ready Receipts: </a:t>
            </a:r>
            <a:r>
              <a:rPr>
                <a:solidFill>
                  <a:srgbClr val="CBD5E1"/>
                </a:solidFill>
              </a:rPr>
              <a:t>Generate clean PDF bills for tax filing without accountant headaches.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Owner Security: </a:t>
            </a:r>
            <a:r>
              <a:rPr>
                <a:solidFill>
                  <a:srgbClr val="CBD5E1"/>
                </a:solidFill>
              </a:rPr>
              <a:t>Only the Studio Owner can view overall monthly profits.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Feature 6: Product Catalog &amp; Fabric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SHOWROOM PRESENTATION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👗 Showroom Designer Catalog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Organize Collections: </a:t>
            </a:r>
            <a:r>
              <a:rPr>
                <a:solidFill>
                  <a:srgbClr val="CBD5E1"/>
                </a:solidFill>
              </a:rPr>
              <a:t>Catalog Sarees, Lehengas, Designer Blouses, Kurtis, and Dupattas.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Photo Showcases: </a:t>
            </a:r>
            <a:r>
              <a:rPr>
                <a:solidFill>
                  <a:srgbClr val="CBD5E1"/>
                </a:solidFill>
              </a:rPr>
              <a:t>Show high-resolution outfit photos to clients during consultations.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Variants &amp; Sizes: </a:t>
            </a:r>
            <a:r>
              <a:rPr>
                <a:solidFill>
                  <a:srgbClr val="CBD5E1"/>
                </a:solidFill>
              </a:rPr>
              <a:t>Track available sizes (S, M, L, XL) and fabric colors.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Customizable Flags: </a:t>
            </a:r>
            <a:r>
              <a:rPr>
                <a:solidFill>
                  <a:srgbClr val="CBD5E1"/>
                </a:solidFill>
              </a:rPr>
              <a:t>Mark outfits as 'Ready-to-Wear' or 'Custom Tailoring Available'.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ZERO MATERIAL SHORTAGE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🧵 Raw Materials &amp; Trims Tracking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Fabric Roll Tracking: </a:t>
            </a:r>
            <a:r>
              <a:rPr>
                <a:solidFill>
                  <a:srgbClr val="CBD5E1"/>
                </a:solidFill>
              </a:rPr>
              <a:t>Keep count of raw silk, organza, net, and lining rolls.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Low Stock Warning: </a:t>
            </a:r>
            <a:r>
              <a:rPr>
                <a:solidFill>
                  <a:srgbClr val="CBD5E1"/>
                </a:solidFill>
              </a:rPr>
              <a:t>Get alerted when lining fabric or potli buttons run low.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Cost vs Price: </a:t>
            </a:r>
            <a:r>
              <a:rPr>
                <a:solidFill>
                  <a:srgbClr val="CBD5E1"/>
                </a:solidFill>
              </a:rPr>
              <a:t>Know exact profit margin on every custom outfit stitched.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Workshop Organization: </a:t>
            </a:r>
            <a:r>
              <a:rPr>
                <a:solidFill>
                  <a:srgbClr val="CBD5E1"/>
                </a:solidFill>
              </a:rPr>
              <a:t>Never pause tailoring work due to missing trims or zipper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The Transformation: Life Before vs After Aazhi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2D141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CHAOS &amp; FRUSTRATION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❌ BEFORE AAZHI (Daily Stress)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Scattered Social DMs: </a:t>
            </a:r>
            <a:r>
              <a:rPr>
                <a:solidFill>
                  <a:srgbClr val="CBD5E1"/>
                </a:solidFill>
              </a:rPr>
              <a:t>Lost customer inquiries on Instagram &amp; WhatsApp.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Paper Notebooks: </a:t>
            </a:r>
            <a:r>
              <a:rPr>
                <a:solidFill>
                  <a:srgbClr val="CBD5E1"/>
                </a:solidFill>
              </a:rPr>
              <a:t>Misplaced measurement books &amp; fitting complaint re-stitches.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Constant Interruption: </a:t>
            </a:r>
            <a:r>
              <a:rPr>
                <a:solidFill>
                  <a:srgbClr val="CBD5E1"/>
                </a:solidFill>
              </a:rPr>
              <a:t>Clients calling repeatedly to check if garment is ready.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Uncollected Balances: </a:t>
            </a:r>
            <a:r>
              <a:rPr>
                <a:solidFill>
                  <a:srgbClr val="CBD5E1"/>
                </a:solidFill>
              </a:rPr>
              <a:t>Delivering outfits before collecting full payment.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Late Night Work: </a:t>
            </a:r>
            <a:r>
              <a:rPr>
                <a:solidFill>
                  <a:srgbClr val="CBD5E1"/>
                </a:solidFill>
              </a:rPr>
              <a:t>Spending hours updating paper registers at night.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42D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EFFICIENCY &amp; PROSPERITY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✅ AFTER AAZHI (Peace &amp; Growth)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Unified Social Inbox: </a:t>
            </a:r>
            <a:r>
              <a:rPr>
                <a:solidFill>
                  <a:srgbClr val="CBD5E1"/>
                </a:solidFill>
              </a:rPr>
              <a:t>Instant 10-second inquiry replies and higher sales.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Digital Fitting Cards: </a:t>
            </a:r>
            <a:r>
              <a:rPr>
                <a:solidFill>
                  <a:srgbClr val="CBD5E1"/>
                </a:solidFill>
              </a:rPr>
              <a:t>Stored measurements with zero lost records or fitting errors.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Auto WhatsApp Updates: </a:t>
            </a:r>
            <a:r>
              <a:rPr>
                <a:solidFill>
                  <a:srgbClr val="CBD5E1"/>
                </a:solidFill>
              </a:rPr>
              <a:t>Clients get auto status updates — zero annoying calls!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100% Paid Balances: </a:t>
            </a:r>
            <a:r>
              <a:rPr>
                <a:solidFill>
                  <a:srgbClr val="CBD5E1"/>
                </a:solidFill>
              </a:rPr>
              <a:t>Alerts enforce receiving full payment before pickup.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More Time for Design: </a:t>
            </a:r>
            <a:r>
              <a:rPr>
                <a:solidFill>
                  <a:srgbClr val="CBD5E1"/>
                </a:solidFill>
              </a:rPr>
              <a:t>Run your studio smoothly and grow your designer brand.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Real Business Impact: Why Boutique Owners Love Aazhi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ACC15"/>
                </a:solidFill>
              </a:defRPr>
            </a:pPr>
            <a:r>
              <a:t>🚀 2x More Social Orders Converted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Responding to Instagram &amp; WhatsApp DMs in seconds converts 50% more prospective brides and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ACC15"/>
                </a:solidFill>
              </a:defRPr>
            </a:pPr>
            <a:r>
              <a:t>✂️ 95% Reduction in Fitting Alterations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Digital measurement cards and design notes eliminate expensive re-stitching and fabric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ACC15"/>
                </a:solidFill>
              </a:defRPr>
            </a:pPr>
            <a:r>
              <a:t>⏱️ 10+ Hours Saved Every Week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Stop spending hours answering phone calls or searching through paper notebooks.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59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ACC15"/>
                </a:solidFill>
              </a:defRPr>
            </a:pPr>
            <a:r>
              <a:t>💰 100% Order Balance Recovery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Strict payment checks ensure every outfit is fully paid before it leaves your workshop.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ACC15"/>
                </a:solidFill>
                <a:latin typeface="Georgia"/>
              </a:defRPr>
            </a:pPr>
            <a:r>
              <a:t>FOR FASHION BOUTIQUES, BRIDAL WEAR &amp; TAILORING 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Get Started with Aazhi in 3 Simple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1. Friendly Demo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Schedule a 15-Minute Call: </a:t>
            </a:r>
            <a:r>
              <a:rPr>
                <a:solidFill>
                  <a:srgbClr val="CBD5E1"/>
                </a:solidFill>
              </a:rPr>
              <a:t>See a friendly live demonstration of how Aazhi works on mobile or PC.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Ask Any Questions: </a:t>
            </a:r>
            <a:r>
              <a:rPr>
                <a:solidFill>
                  <a:srgbClr val="CBD5E1"/>
                </a:solidFill>
              </a:rPr>
              <a:t>Our team understands fashion studio needs and guides you step-by-step.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Zero Commitment: </a:t>
            </a:r>
            <a:r>
              <a:rPr>
                <a:solidFill>
                  <a:srgbClr val="CBD5E1"/>
                </a:solidFill>
              </a:rPr>
              <a:t>Explore all features with no obligation.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2. Custom Setup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We Do the Setup for You!: </a:t>
            </a:r>
            <a:r>
              <a:rPr>
                <a:solidFill>
                  <a:srgbClr val="CBD5E1"/>
                </a:solidFill>
              </a:rPr>
              <a:t>We configure your blouse, kurti &amp; lehenga measurement templates.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Upload Your Catalog: </a:t>
            </a:r>
            <a:r>
              <a:rPr>
                <a:solidFill>
                  <a:srgbClr val="CBD5E1"/>
                </a:solidFill>
              </a:rPr>
              <a:t>Add your designer products and fabric items easily.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Staff Accounts: </a:t>
            </a:r>
            <a:r>
              <a:rPr>
                <a:solidFill>
                  <a:srgbClr val="CBD5E1"/>
                </a:solidFill>
              </a:rPr>
              <a:t>Create simple logins for your sales staff and master tailors.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ACC15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  <a:latin typeface="Georgia"/>
              </a:defRPr>
            </a:pPr>
            <a:r>
              <a:t>3. Enjoy Peaceful Growth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Start Day 1: </a:t>
            </a:r>
            <a:r>
              <a:rPr>
                <a:solidFill>
                  <a:srgbClr val="CBD5E1"/>
                </a:solidFill>
              </a:rPr>
              <a:t>Begin managing social chats, measurements, and orders effortlessly.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Delight Your Clients: </a:t>
            </a:r>
            <a:r>
              <a:rPr>
                <a:solidFill>
                  <a:srgbClr val="CBD5E1"/>
                </a:solidFill>
              </a:rPr>
              <a:t>Watch customer satisfaction and repeat orders soar!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Dedicated Support: </a:t>
            </a:r>
            <a:r>
              <a:rPr>
                <a:solidFill>
                  <a:srgbClr val="CBD5E1"/>
                </a:solidFill>
              </a:rPr>
              <a:t>Our support team is always a phone call or WhatsApp message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Aazhi Designer Studio — Smart Boutique Management Platform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