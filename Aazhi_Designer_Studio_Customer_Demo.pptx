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3D989"/>
                </a:solidFill>
                <a:latin typeface="Georgia"/>
              </a:defRPr>
            </a:pPr>
            <a:r>
              <a:t>🪡 AAZHI DESIGNER STUDIO</a:t>
            </a:r>
          </a:p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Boutique Business Management &amp; Automation System</a:t>
            </a:r>
          </a:p>
          <a:p>
            <a:pPr>
              <a:defRPr sz="1600">
                <a:solidFill>
                  <a:srgbClr val="D1D5DB"/>
                </a:solidFill>
                <a:latin typeface="Calibri"/>
              </a:defRPr>
            </a:pPr>
            <a:r>
              <a:t>Transforming Bespoke Fashion, Social Commerce &amp; Tailoring Operations from Inquiry to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4AF37"/>
                </a:solidFill>
              </a:defRPr>
            </a:pPr>
            <a:r>
              <a:t>✨ Product Demonstration &amp; Solution Overview for Prospective Clients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Unified Omnichannel Inbox • Bespoke Garment Measurement Engine • Production Kanban • Financial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Industry Problem: Operational Bottlenecks in Luxury Boutiques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CUSTOMER ACQUISITION LOSS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📱 Social Media Chaos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Fragmented DMs: </a:t>
            </a:r>
            <a:r>
              <a:rPr>
                <a:solidFill>
                  <a:srgbClr val="D1D5DB"/>
                </a:solidFill>
              </a:rPr>
              <a:t>Inquiries scattered across WhatsApp &amp; Instagram DM.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Slow Lead Response: </a:t>
            </a:r>
            <a:r>
              <a:rPr>
                <a:solidFill>
                  <a:srgbClr val="D1D5DB"/>
                </a:solidFill>
              </a:rPr>
              <a:t>Potential high-value customers lost due to delayed replies.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No Follow-up Tracking: </a:t>
            </a:r>
            <a:r>
              <a:rPr>
                <a:solidFill>
                  <a:srgbClr val="D1D5DB"/>
                </a:solidFill>
              </a:rPr>
              <a:t>Staff forget unconfirmed leads without a central CRM.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QUALITY &amp; PRODUCTION FAILURE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✂️ Measurement &amp; Fitting Errors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Paper Card Losses: </a:t>
            </a:r>
            <a:r>
              <a:rPr>
                <a:solidFill>
                  <a:srgbClr val="D1D5DB"/>
                </a:solidFill>
              </a:rPr>
              <a:t>Measurements recorded on physical paper books get misplaced.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Garment Fitting Errors: </a:t>
            </a:r>
            <a:r>
              <a:rPr>
                <a:solidFill>
                  <a:srgbClr val="D1D5DB"/>
                </a:solidFill>
              </a:rPr>
              <a:t>Lack of versioning leads to stitching based on outdated measurements.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Expensive Rework: </a:t>
            </a:r>
            <a:r>
              <a:rPr>
                <a:solidFill>
                  <a:srgbClr val="D1D5DB"/>
                </a:solidFill>
              </a:rPr>
              <a:t>Altering improperly tailored designer outfits eats profit margins.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REVENUE &amp; OVERHEAD LEAKAGE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💳 Financial &amp; Status Blindspots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Uncollected Balances: </a:t>
            </a:r>
            <a:r>
              <a:rPr>
                <a:solidFill>
                  <a:srgbClr val="D1D5DB"/>
                </a:solidFill>
              </a:rPr>
              <a:t>Outfits delivered before collecting remaining 50% balance.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Opaque Workshop Status: </a:t>
            </a:r>
            <a:r>
              <a:rPr>
                <a:solidFill>
                  <a:srgbClr val="D1D5DB"/>
                </a:solidFill>
              </a:rPr>
              <a:t>Clients constantly call asking: 'Is my blouse ready?'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Inventory Leakage: </a:t>
            </a:r>
            <a:r>
              <a:rPr>
                <a:solidFill>
                  <a:srgbClr val="D1D5DB"/>
                </a:solidFill>
              </a:rPr>
              <a:t>Fabric rolls, embellishments, and trims untracked.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The Solution: Aazhi Designer Studio Management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CORE VALUE PROPOSITION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🏆 All-in-One Operating System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Built Specifically for Fashion: </a:t>
            </a:r>
            <a:r>
              <a:rPr>
                <a:solidFill>
                  <a:srgbClr val="D1D5DB"/>
                </a:solidFill>
              </a:rPr>
              <a:t>Tailored for Indian boutique fashion, bridal wear, blouses, and custom tailoring.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End-to-End Lifecycle: </a:t>
            </a:r>
            <a:r>
              <a:rPr>
                <a:solidFill>
                  <a:srgbClr val="D1D5DB"/>
                </a:solidFill>
              </a:rPr>
              <a:t>Manages Lead -&gt; Enquiry -&gt; Quote -&gt; Order -&gt; Tailoring -&gt; Quality Check -&gt; Payment -&gt; Delivery.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Multi-Branch Scalability: </a:t>
            </a:r>
            <a:r>
              <a:rPr>
                <a:solidFill>
                  <a:srgbClr val="D1D5DB"/>
                </a:solidFill>
              </a:rPr>
              <a:t>Supports single-boutique owners or multi-branch designer chains with isolated data.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Role-Based Workflow: </a:t>
            </a:r>
            <a:r>
              <a:rPr>
                <a:solidFill>
                  <a:srgbClr val="D1D5DB"/>
                </a:solidFill>
              </a:rPr>
              <a:t>Customized interfaces for Studio Owner, Sales Staff, and Master Tailors.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960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059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D989"/>
                </a:solidFill>
              </a:defRPr>
            </a:pPr>
            <a:r>
              <a:t>💬 Unified Social Inbox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WhatsApp &amp; Instagram DM integration with automated order updates &amp; template messaging.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88920"/>
            <a:ext cx="5242255" cy="960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834639"/>
            <a:ext cx="5059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D989"/>
                </a:solidFill>
              </a:defRPr>
            </a:pPr>
            <a:r>
              <a:t>📐 Dynamic Measurement Engine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Garment-specific measurement templates (Blouse, Kurti, Saree, Lehenga) with versioning.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42255" cy="960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977639"/>
            <a:ext cx="5059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D989"/>
                </a:solidFill>
              </a:defRPr>
            </a:pPr>
            <a:r>
              <a:t>✂️ Live Production Kanban Board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Step-by-step garment stage tracking: Cutting -&gt; Stitching -&gt; Finishing -&gt; Quality Check.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74920"/>
            <a:ext cx="5242255" cy="960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120640"/>
            <a:ext cx="50593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D989"/>
                </a:solidFill>
              </a:defRPr>
            </a:pPr>
            <a:r>
              <a:t>💰 Decimal-Safe Financial Accounting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INR (₹) advance payment tracking, balance enforcement, GST tax receipts, and profit reports.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Module 1: Unified Social Inbox &amp; Omnichannel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OMNICHANNEL MESSAGING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📲 Social Media Hub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Single Window Inbox: </a:t>
            </a:r>
            <a:r>
              <a:rPr>
                <a:solidFill>
                  <a:srgbClr val="D1D5DB"/>
                </a:solidFill>
              </a:rPr>
              <a:t>Consolidates messages from WhatsApp Business API and Instagram Direct Messages into one live feed.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Instant Lead Conversion: </a:t>
            </a:r>
            <a:r>
              <a:rPr>
                <a:solidFill>
                  <a:srgbClr val="D1D5DB"/>
                </a:solidFill>
              </a:rPr>
              <a:t>Turn an Instagram inquiry about a bridal blouse directly into a CRM Lead or Order with one click.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Staff Assignment: </a:t>
            </a:r>
            <a:r>
              <a:rPr>
                <a:solidFill>
                  <a:srgbClr val="D1D5DB"/>
                </a:solidFill>
              </a:rPr>
              <a:t>Route conversations to specific sales executives with priority tags (Urgent, High, VIP).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Media Attachments: </a:t>
            </a:r>
            <a:r>
              <a:rPr>
                <a:solidFill>
                  <a:srgbClr val="D1D5DB"/>
                </a:solidFill>
              </a:rPr>
              <a:t>Receive and store customer inspiration photos, fabric references, and sketch uploads.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CUSTOMER ENGAGEMENT &amp; AUTOMATION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⚡ Automated Customer Updates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Template Engine: </a:t>
            </a:r>
            <a:r>
              <a:rPr>
                <a:solidFill>
                  <a:srgbClr val="D1D5DB"/>
                </a:solidFill>
              </a:rPr>
              <a:t>Pre-approved templates for Order Confirmations, Payment Receipts, and Delivery Notifications.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Variable Substitution: </a:t>
            </a:r>
            <a:r>
              <a:rPr>
                <a:solidFill>
                  <a:srgbClr val="D1D5DB"/>
                </a:solidFill>
              </a:rPr>
              <a:t>Auto-populates {{customer_name}}, {{order_number}}, {{balance_due}}, and {{delivery_date}}.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Status Triggers: </a:t>
            </a:r>
            <a:r>
              <a:rPr>
                <a:solidFill>
                  <a:srgbClr val="D1D5DB"/>
                </a:solidFill>
              </a:rPr>
              <a:t>Moving an order to 'Ready for Pickup' instantly dispatches a WhatsApp notification to the client.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Zero Manual Effort: </a:t>
            </a:r>
            <a:r>
              <a:rPr>
                <a:solidFill>
                  <a:srgbClr val="D1D5DB"/>
                </a:solidFill>
              </a:rPr>
              <a:t>Keeps clients informed effortlessly without constant phone calls.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Module 2: Customer 360° CRM &amp; Lead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CLIENT INTELLIGENCE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👥 Customer 360° Profile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Complete History: </a:t>
            </a:r>
            <a:r>
              <a:rPr>
                <a:solidFill>
                  <a:srgbClr val="D1D5DB"/>
                </a:solidFill>
              </a:rPr>
              <a:t>Unified view of contact details, WhatsApp/IG handles, address book, and order logs.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Lifetime Value (LTV) Tracking: </a:t>
            </a:r>
            <a:r>
              <a:rPr>
                <a:solidFill>
                  <a:srgbClr val="D1D5DB"/>
                </a:solidFill>
              </a:rPr>
              <a:t>Automatically calculates total spend and total orders per client.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VIP &amp; Preferred Tags: </a:t>
            </a:r>
            <a:r>
              <a:rPr>
                <a:solidFill>
                  <a:srgbClr val="D1D5DB"/>
                </a:solidFill>
              </a:rPr>
              <a:t>Tag high-spending clients for priority queueing and special seasonal discounts.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Special Event Tracking: </a:t>
            </a:r>
            <a:r>
              <a:rPr>
                <a:solidFill>
                  <a:srgbClr val="D1D5DB"/>
                </a:solidFill>
              </a:rPr>
              <a:t>Records Customer Birthdays and Anniversaries for personalized marketing outreach.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SALES PIPELINE CONTROL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📊 Lead Management Funnel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Stage Tracking: </a:t>
            </a:r>
            <a:r>
              <a:rPr>
                <a:solidFill>
                  <a:srgbClr val="D1D5DB"/>
                </a:solidFill>
              </a:rPr>
              <a:t>Move leads through: New -&gt; Contacted -&gt; Interested -&gt; Quote Sent -&gt; Negotiation -&gt; Confirmed.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Estimated Deal Value: </a:t>
            </a:r>
            <a:r>
              <a:rPr>
                <a:solidFill>
                  <a:srgbClr val="D1D5DB"/>
                </a:solidFill>
              </a:rPr>
              <a:t>Track potential revenue pipeline in real-time in INR (₹).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Follow-Up Reminders: </a:t>
            </a:r>
            <a:r>
              <a:rPr>
                <a:solidFill>
                  <a:srgbClr val="D1D5DB"/>
                </a:solidFill>
              </a:rPr>
              <a:t>Set automated follow-up alerts so sales staff never miss a interested bride or client.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Lead-to-Order Conversion: </a:t>
            </a:r>
            <a:r>
              <a:rPr>
                <a:solidFill>
                  <a:srgbClr val="D1D5DB"/>
                </a:solidFill>
              </a:rPr>
              <a:t>1-click conversion copies customer metadata, measurements, and items directly into a formal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Module 3: Bespoke Measurement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PRECISION FITTING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📐 Dynamic Measurement Templates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Garment-Specific Fields: </a:t>
            </a:r>
            <a:r>
              <a:rPr>
                <a:solidFill>
                  <a:srgbClr val="D1D5DB"/>
                </a:solidFill>
              </a:rPr>
              <a:t>Custom templates for Blouses, Kurtis, Sarees, Lehengas, Anarkalis, and Gowns.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Comprehensive Metrics: </a:t>
            </a:r>
            <a:r>
              <a:rPr>
                <a:solidFill>
                  <a:srgbClr val="D1D5DB"/>
                </a:solidFill>
              </a:rPr>
              <a:t>Bust, Underbust, Waist, Hips, Shoulder, Armhole, Bicep, Sleeve Length, Front/Back Neck Depth, Garment Length.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Inches &amp; CM Support: </a:t>
            </a:r>
            <a:r>
              <a:rPr>
                <a:solidFill>
                  <a:srgbClr val="D1D5DB"/>
                </a:solidFill>
              </a:rPr>
              <a:t>Seamlessly toggle between Inches and Centimeters per client preference.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Mandatory Validation: </a:t>
            </a:r>
            <a:r>
              <a:rPr>
                <a:solidFill>
                  <a:srgbClr val="D1D5DB"/>
                </a:solidFill>
              </a:rPr>
              <a:t>Ensures tailors have all required measurements before cutting fabric.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ZERO-ERROR TAILORING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🔄 Versioning &amp; Order Snapshotting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Historical Versioning: </a:t>
            </a:r>
            <a:r>
              <a:rPr>
                <a:solidFill>
                  <a:srgbClr val="D1D5DB"/>
                </a:solidFill>
              </a:rPr>
              <a:t>Retains past measurement profiles as clients' fitting requirements change over time.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Order-Bound Profiles: </a:t>
            </a:r>
            <a:r>
              <a:rPr>
                <a:solidFill>
                  <a:srgbClr val="D1D5DB"/>
                </a:solidFill>
              </a:rPr>
              <a:t>Locks exact measurement values to specific order IDs so alterations to profile don't corrupt past orders.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Design Customization Notes: </a:t>
            </a:r>
            <a:r>
              <a:rPr>
                <a:solidFill>
                  <a:srgbClr val="D1D5DB"/>
                </a:solidFill>
              </a:rPr>
              <a:t>Capture neck line styles (Potli, Sweetheart, Boat neck), sleeve lining details, and padding specs.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Master Tailor Printouts: </a:t>
            </a:r>
            <a:r>
              <a:rPr>
                <a:solidFill>
                  <a:srgbClr val="D1D5DB"/>
                </a:solidFill>
              </a:rPr>
              <a:t>Generate clean digitised measurement cards for master craftsmen in the workshop.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Module 4: Tailoring &amp; Production Kanban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4805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D989"/>
                </a:solidFill>
              </a:defRPr>
            </a:pPr>
            <a:r>
              <a:t>1. Cutting ✂️</a:t>
            </a:r>
          </a:p>
          <a:p>
            <a:pPr>
              <a:spcAft>
                <a:spcPts val="1400"/>
              </a:spcAft>
              <a:defRPr sz="1100">
                <a:solidFill>
                  <a:srgbClr val="D1D5DB"/>
                </a:solidFill>
              </a:defRPr>
            </a:pPr>
            <a:r>
              <a:t>Fabric inspection, pattern drafting &amp; precision cutting by Master Cutter.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Assigns Master Cutter</a:t>
            </a:r>
            <a:br/>
            <a:r>
              <a:t>• Pattern sheet 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45920"/>
            <a:ext cx="2011680" cy="44805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73736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D989"/>
                </a:solidFill>
              </a:defRPr>
            </a:pPr>
            <a:r>
              <a:t>2. Stitching 🪡</a:t>
            </a:r>
          </a:p>
          <a:p>
            <a:pPr>
              <a:spcAft>
                <a:spcPts val="1400"/>
              </a:spcAft>
              <a:defRPr sz="1100">
                <a:solidFill>
                  <a:srgbClr val="D1D5DB"/>
                </a:solidFill>
              </a:defRPr>
            </a:pPr>
            <a:r>
              <a:t>Garment assembly, embroidery placement &amp; seam stitching by assigned Tailor.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Tailor task queue</a:t>
            </a:r>
            <a:br/>
            <a:r>
              <a:t>• Work 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45920"/>
            <a:ext cx="2011680" cy="44805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73736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D989"/>
                </a:solidFill>
              </a:defRPr>
            </a:pPr>
            <a:r>
              <a:t>3. Finishing 🧺</a:t>
            </a:r>
          </a:p>
          <a:p>
            <a:pPr>
              <a:spcAft>
                <a:spcPts val="1400"/>
              </a:spcAft>
              <a:defRPr sz="1100">
                <a:solidFill>
                  <a:srgbClr val="D1D5DB"/>
                </a:solidFill>
              </a:defRPr>
            </a:pPr>
            <a:r>
              <a:t>Hemming, hook/potli attachment, ironing &amp; steam pressing.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Trims &amp; lining check</a:t>
            </a:r>
            <a:br/>
            <a:r>
              <a:t>• Steam press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45920"/>
            <a:ext cx="201168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73736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D989"/>
                </a:solidFill>
              </a:defRPr>
            </a:pPr>
            <a:r>
              <a:t>4. Quality Check ✔️</a:t>
            </a:r>
          </a:p>
          <a:p>
            <a:pPr>
              <a:spcAft>
                <a:spcPts val="1400"/>
              </a:spcAft>
              <a:defRPr sz="1100">
                <a:solidFill>
                  <a:srgbClr val="D1D5DB"/>
                </a:solidFill>
              </a:defRPr>
            </a:pPr>
            <a:r>
              <a:t>Verification against measurement profile, neck depth, and design specs.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Metric verification</a:t>
            </a:r>
            <a:br/>
            <a:r>
              <a:t>• Pass / Alteration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45920"/>
            <a:ext cx="2011680" cy="44805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737360"/>
            <a:ext cx="1828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3D989"/>
                </a:solidFill>
              </a:defRPr>
            </a:pPr>
            <a:r>
              <a:t>5. Ready &amp; Delivery 🚚</a:t>
            </a:r>
          </a:p>
          <a:p>
            <a:pPr>
              <a:spcAft>
                <a:spcPts val="1400"/>
              </a:spcAft>
              <a:defRPr sz="1100">
                <a:solidFill>
                  <a:srgbClr val="D1D5DB"/>
                </a:solidFill>
              </a:defRPr>
            </a:pPr>
            <a:r>
              <a:t>Final garment packaging, balance collection, and dispatch/pickup.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Auto WhatsApp alert</a:t>
            </a:r>
            <a:br/>
            <a:r>
              <a:t>• Balance collection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Module 5: Quotations &amp; Order Lifecycle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SALES ENABLEMENT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📝 Professional Quotations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Digital Quotation Builder: </a:t>
            </a:r>
            <a:r>
              <a:rPr>
                <a:solidFill>
                  <a:srgbClr val="D1D5DB"/>
                </a:solidFill>
              </a:rPr>
              <a:t>Create itemized price quotes with fabric costs, tailoring charges, and embroidery add-ons.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Validity Period Control: </a:t>
            </a:r>
            <a:r>
              <a:rPr>
                <a:solidFill>
                  <a:srgbClr val="D1D5DB"/>
                </a:solidFill>
              </a:rPr>
              <a:t>Set quote expiration dates (e.g. 7 days) to protect against fluctuating silk/fabric prices.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PDF / WhatsApp Dispatch: </a:t>
            </a:r>
            <a:r>
              <a:rPr>
                <a:solidFill>
                  <a:srgbClr val="D1D5DB"/>
                </a:solidFill>
              </a:rPr>
              <a:t>Send elegant PDF quotations directly to clients over WhatsApp or Email.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Instant Order Conversion: </a:t>
            </a:r>
            <a:r>
              <a:rPr>
                <a:solidFill>
                  <a:srgbClr val="D1D5DB"/>
                </a:solidFill>
              </a:rPr>
              <a:t>Client accepts quote -&gt; Convert to live Order instantly without re-keying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OPERATIONAL PRECISION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📦 Order Lifecycle Governance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Unique Sequence Numbering: </a:t>
            </a:r>
            <a:r>
              <a:rPr>
                <a:solidFill>
                  <a:srgbClr val="D1D5DB"/>
                </a:solidFill>
              </a:rPr>
              <a:t>Automatic branch-specific order codes (e.g. AZ-2026-0001).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Promised Delivery Dates: </a:t>
            </a:r>
            <a:r>
              <a:rPr>
                <a:solidFill>
                  <a:srgbClr val="D1D5DB"/>
                </a:solidFill>
              </a:rPr>
              <a:t>Tracks target delivery deadlines with urgency badges (Low, Medium, High, Urgent).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Line Item Customization: </a:t>
            </a:r>
            <a:r>
              <a:rPr>
                <a:solidFill>
                  <a:srgbClr val="D1D5DB"/>
                </a:solidFill>
              </a:rPr>
              <a:t>Detailed notes per garment item (e.g. 'Add potli buttons on back, padded blouse').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Audit History: </a:t>
            </a:r>
            <a:r>
              <a:rPr>
                <a:solidFill>
                  <a:srgbClr val="D1D5DB"/>
                </a:solidFill>
              </a:rPr>
              <a:t>Complete timestamped audit log of status changes and staff edits.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Module 6: Financial Management &amp; Revenue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ZERO REVENUE LEAKAGE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💰 Decimal-Safe Financial Math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INR (₹) Precision Math: </a:t>
            </a:r>
            <a:r>
              <a:rPr>
                <a:solidFill>
                  <a:srgbClr val="D1D5DB"/>
                </a:solidFill>
              </a:rPr>
              <a:t>Built with high-precision decimal math engine for accurate tax, discounts, and advance payments.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Advance Enforcer: </a:t>
            </a:r>
            <a:r>
              <a:rPr>
                <a:solidFill>
                  <a:srgbClr val="D1D5DB"/>
                </a:solidFill>
              </a:rPr>
              <a:t>Require configurable advance percentage (e.g. 50%) before order transitions to cutting.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Balance Due Controls: </a:t>
            </a:r>
            <a:r>
              <a:rPr>
                <a:solidFill>
                  <a:srgbClr val="D1D5DB"/>
                </a:solidFill>
              </a:rPr>
              <a:t>Alerts staff if an order is marked for delivery with an unpaid balance.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Payment Methods: </a:t>
            </a:r>
            <a:r>
              <a:rPr>
                <a:solidFill>
                  <a:srgbClr val="D1D5DB"/>
                </a:solidFill>
              </a:rPr>
              <a:t>Records Cash, UPI (GPay/PhonePe), Card, and Bank Transfer receipts.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BUSINESS INTELLIGENCE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📊 Financial Reports &amp; Analytics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Revenue Dashboards: </a:t>
            </a:r>
            <a:r>
              <a:rPr>
                <a:solidFill>
                  <a:srgbClr val="D1D5DB"/>
                </a:solidFill>
              </a:rPr>
              <a:t>Daily, weekly, and monthly gross revenue, collected payments, and pending balances.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Payment Status Breakdown: </a:t>
            </a:r>
            <a:r>
              <a:rPr>
                <a:solidFill>
                  <a:srgbClr val="D1D5DB"/>
                </a:solidFill>
              </a:rPr>
              <a:t>Filter orders by Unpaid, Advance Paid, Partially Paid, and Fully Paid.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GST Tax Receipts: </a:t>
            </a:r>
            <a:r>
              <a:rPr>
                <a:solidFill>
                  <a:srgbClr val="D1D5DB"/>
                </a:solidFill>
              </a:rPr>
              <a:t>Generate compliant invoices with customizable GST/Tax percentages.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Audit-Proof Ledger: </a:t>
            </a:r>
            <a:r>
              <a:rPr>
                <a:solidFill>
                  <a:srgbClr val="D1D5DB"/>
                </a:solidFill>
              </a:rPr>
              <a:t>Immutable payment record logs linked to staff user accounts.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Module 7: Product Catalog &amp; Material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CATALOG MANAGEMENT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👗 Product &amp; Designer Catalog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Outfit Categories: </a:t>
            </a:r>
            <a:r>
              <a:rPr>
                <a:solidFill>
                  <a:srgbClr val="D1D5DB"/>
                </a:solidFill>
              </a:rPr>
              <a:t>Organize collections into Sarees, Lehengas, Designer Blouses, Indo-Western, and Fabrics.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SKU &amp; Variant Management: </a:t>
            </a:r>
            <a:r>
              <a:rPr>
                <a:solidFill>
                  <a:srgbClr val="D1D5DB"/>
                </a:solidFill>
              </a:rPr>
              <a:t>Track stock by Size (S, M, L, XL), Color, and Fabric composition.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Customizable Flags: </a:t>
            </a:r>
            <a:r>
              <a:rPr>
                <a:solidFill>
                  <a:srgbClr val="D1D5DB"/>
                </a:solidFill>
              </a:rPr>
              <a:t>Mark items as 'Customizable Garment' or 'Ready-to-Wear'.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High-Res Gallery: </a:t>
            </a:r>
            <a:r>
              <a:rPr>
                <a:solidFill>
                  <a:srgbClr val="D1D5DB"/>
                </a:solidFill>
              </a:rPr>
              <a:t>Store image catalogs for staff to share with clients during sales consultations.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STOCK &amp; COST CONTROL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🧵 Material &amp; Trim Inventory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Raw Material Tracking: </a:t>
            </a:r>
            <a:r>
              <a:rPr>
                <a:solidFill>
                  <a:srgbClr val="D1D5DB"/>
                </a:solidFill>
              </a:rPr>
              <a:t>Monitor yards of raw silk, organza, net, linings, and laces in stock.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Low Stock Alerts: </a:t>
            </a:r>
            <a:r>
              <a:rPr>
                <a:solidFill>
                  <a:srgbClr val="D1D5DB"/>
                </a:solidFill>
              </a:rPr>
              <a:t>Automated alerts when fabric rolls fall below reorder thresholds.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Cost Price vs Sale Price: </a:t>
            </a:r>
            <a:r>
              <a:rPr>
                <a:solidFill>
                  <a:srgbClr val="D1D5DB"/>
                </a:solidFill>
              </a:rPr>
              <a:t>Track material margins and profit profitability per garment type.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Multi-Branch Stock Isolation: </a:t>
            </a:r>
            <a:r>
              <a:rPr>
                <a:solidFill>
                  <a:srgbClr val="D1D5DB"/>
                </a:solidFill>
              </a:rPr>
              <a:t>Manage inventory across main store and workshop units seamlessly.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Enterprise Governance: Multi-Branch &amp; Granular RBAC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MULTI-LOCATION SCALE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🏢 Multi-Branch Isolation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Branch Architecture: </a:t>
            </a:r>
            <a:r>
              <a:rPr>
                <a:solidFill>
                  <a:srgbClr val="D1D5DB"/>
                </a:solidFill>
              </a:rPr>
              <a:t>Isolated data access per store location (e.g. Master Store vs Branch 2).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Branch Sequence Codes: </a:t>
            </a:r>
            <a:r>
              <a:rPr>
                <a:solidFill>
                  <a:srgbClr val="D1D5DB"/>
                </a:solidFill>
              </a:rPr>
              <a:t>Unique order &amp; lead numbering per branch (`AZ-MAS-001`, `AZ-B2-001`).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Central Owner Dashboard: </a:t>
            </a:r>
            <a:r>
              <a:rPr>
                <a:solidFill>
                  <a:srgbClr val="D1D5DB"/>
                </a:solidFill>
              </a:rPr>
              <a:t>Studio Owner accesses cross-branch aggregated sales reports in real time.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Staff Branch Binding: </a:t>
            </a:r>
            <a:r>
              <a:rPr>
                <a:solidFill>
                  <a:srgbClr val="D1D5DB"/>
                </a:solidFill>
              </a:rPr>
              <a:t>Staff members restricted to their assigned branch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ACCESS CONTROL &amp; SECURITY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🔐 Granular Role-Based Access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Studio Owner 👑: </a:t>
            </a:r>
            <a:r>
              <a:rPr>
                <a:solidFill>
                  <a:srgbClr val="D1D5DB"/>
                </a:solidFill>
              </a:rPr>
              <a:t>Full system access, financial reports, pricing overrides, and staff management.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Sales Executive 🛍️: </a:t>
            </a:r>
            <a:r>
              <a:rPr>
                <a:solidFill>
                  <a:srgbClr val="D1D5DB"/>
                </a:solidFill>
              </a:rPr>
              <a:t>Lead creation, customer management, quote generation, and order creation.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Master Tailor ✂️: </a:t>
            </a:r>
            <a:r>
              <a:rPr>
                <a:solidFill>
                  <a:srgbClr val="D1D5DB"/>
                </a:solidFill>
              </a:rPr>
              <a:t>Restricted workshop view: Production Kanban, measurement cards, and job status.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Bank-Grade Security: </a:t>
            </a:r>
            <a:r>
              <a:rPr>
                <a:solidFill>
                  <a:srgbClr val="D1D5DB"/>
                </a:solidFill>
              </a:rPr>
              <a:t>Bcrypt password hashing, JWT sessions, and server-enforced permission guards.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Why Choose Aazhi: Quantifiable Business Impact &amp;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3D989"/>
                </a:solidFill>
              </a:defRPr>
            </a:pPr>
            <a:r>
              <a:t>⚡ 40% Faster Lead Response</a:t>
            </a:r>
          </a:p>
          <a:p>
            <a:pPr>
              <a:defRPr sz="1200">
                <a:solidFill>
                  <a:srgbClr val="D1D5DB"/>
                </a:solidFill>
              </a:defRPr>
            </a:pPr>
            <a:r>
              <a:t>Convert Instagram &amp; WhatsApp inquiries into paying customers rapidly before competitors reply.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96012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3D989"/>
                </a:solidFill>
              </a:defRPr>
            </a:pPr>
            <a:r>
              <a:t>🎯 95% Drop in Fitting Errors</a:t>
            </a:r>
          </a:p>
          <a:p>
            <a:pPr>
              <a:defRPr sz="1200">
                <a:solidFill>
                  <a:srgbClr val="D1D5DB"/>
                </a:solidFill>
              </a:defRPr>
            </a:pPr>
            <a:r>
              <a:t>Digitized garment measurement profiles eliminate re-stitching costs and client disappointment.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96012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59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3D989"/>
                </a:solidFill>
              </a:defRPr>
            </a:pPr>
            <a:r>
              <a:t>💰 100% Balance Recovery</a:t>
            </a:r>
          </a:p>
          <a:p>
            <a:pPr>
              <a:defRPr sz="1200">
                <a:solidFill>
                  <a:srgbClr val="D1D5DB"/>
                </a:solidFill>
              </a:defRPr>
            </a:pPr>
            <a:r>
              <a:t>Strict financial balance enforcement prevents orders from leaving workshop un-paid.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8655" cy="96012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59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3D989"/>
                </a:solidFill>
              </a:defRPr>
            </a:pPr>
            <a:r>
              <a:t>📈 30% Boost in Tailor Efficiency</a:t>
            </a:r>
          </a:p>
          <a:p>
            <a:pPr>
              <a:defRPr sz="1200">
                <a:solidFill>
                  <a:srgbClr val="D1D5DB"/>
                </a:solidFill>
              </a:defRPr>
            </a:pPr>
            <a:r>
              <a:t>Clear Kanban stage assignment prevents workshop bottlenecks and idle tailor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AAZHI DESIGNER STUDIO — DEMO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Live Demonstration Walkthrough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INTERACTIVE WALKTHROUGH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🔑 Demo Account Credentials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Studio Owner Role 👑: </a:t>
            </a:r>
            <a:r>
              <a:rPr>
                <a:solidFill>
                  <a:srgbClr val="D1D5DB"/>
                </a:solidFill>
              </a:rPr>
              <a:t>Email: owner@aazhi.studio | Pass: Aazhi@2026!
Access: Full dashboard, financial reports &amp; settings.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Sales Executive Role 🛍️: </a:t>
            </a:r>
            <a:r>
              <a:rPr>
                <a:solidFill>
                  <a:srgbClr val="D1D5DB"/>
                </a:solidFill>
              </a:rPr>
              <a:t>Email: sales@aazhi.studio | Pass: Aazhi@2026!
Access: Social Inbox, CRM, Quotes &amp; Orders.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Master Tailor Role ✂️: </a:t>
            </a:r>
            <a:r>
              <a:rPr>
                <a:solidFill>
                  <a:srgbClr val="D1D5DB"/>
                </a:solidFill>
              </a:rPr>
              <a:t>Email: tailor@aazhi.studio | Pass: Aazhi@2026!
Access: Production Kanban &amp; Measurement Sheets.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</a:defRPr>
            </a:pPr>
            <a:r>
              <a:t>GETTING STARTED</a:t>
            </a:r>
          </a:p>
          <a:p>
            <a:pPr>
              <a:spcAft>
                <a:spcPts val="1200"/>
              </a:spcAft>
              <a:defRPr sz="1800" b="1">
                <a:solidFill>
                  <a:srgbClr val="F3D989"/>
                </a:solidFill>
                <a:latin typeface="Georgia"/>
              </a:defRPr>
            </a:pPr>
            <a:r>
              <a:t>🚀 Onboarding &amp; Next Steps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Step 1: Live Demo Walkthrough: </a:t>
            </a:r>
            <a:r>
              <a:rPr>
                <a:solidFill>
                  <a:srgbClr val="D1D5DB"/>
                </a:solidFill>
              </a:rPr>
              <a:t>Experience live WhatsApp inbound message flow and tailoring job assignment.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Step 2: Custom Measurement Setup: </a:t>
            </a:r>
            <a:r>
              <a:rPr>
                <a:solidFill>
                  <a:srgbClr val="D1D5DB"/>
                </a:solidFill>
              </a:rPr>
              <a:t>Configure your boutique's specific garment templates and size charts.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Step 3: Staff Role Provisioning: </a:t>
            </a:r>
            <a:r>
              <a:rPr>
                <a:solidFill>
                  <a:srgbClr val="D1D5DB"/>
                </a:solidFill>
              </a:rPr>
              <a:t>Create accounts for your studio managers, sales team, and master tailors.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• Step 4: Go-Live &amp; Cloud Hosting: </a:t>
            </a:r>
            <a:r>
              <a:rPr>
                <a:solidFill>
                  <a:srgbClr val="D1D5DB"/>
                </a:solidFill>
              </a:rPr>
              <a:t>Deploy on high-performance secure cloud infrastructure with automated daily backups.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Aazhi Designer Studio — Confidential Customer Demo Presentation | 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